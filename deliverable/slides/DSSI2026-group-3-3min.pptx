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32715b7fe04b8f" /><Relationship Type="http://schemas.openxmlformats.org/officeDocument/2006/relationships/extended-properties" Target="/docProps/app.xml" Id="Rf398765f990b4dab" /><Relationship Type="http://schemas.openxmlformats.org/officeDocument/2006/relationships/officeDocument" Target="/ppt/presentation.xml" Id="R5edc87ce58b244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34ba09275445ad"/>
  </p:sldMasterIdLst>
  <p:notesMasterIdLst>
    <p:notesMasterId xmlns:r="http://schemas.openxmlformats.org/officeDocument/2006/relationships" r:id="Ra74dc09e84d840b7"/>
  </p:notesMasterIdLst>
  <p:sldIdLst>
    <p:sldId xmlns:r="http://schemas.openxmlformats.org/officeDocument/2006/relationships" id="256" r:id="R4ae9c848773f4cac"/>
    <p:sldId xmlns:r="http://schemas.openxmlformats.org/officeDocument/2006/relationships" id="257" r:id="R209dccddf8f94397"/>
    <p:sldId xmlns:r="http://schemas.openxmlformats.org/officeDocument/2006/relationships" id="258" r:id="R594f4b65c51d4968"/>
    <p:sldId xmlns:r="http://schemas.openxmlformats.org/officeDocument/2006/relationships" id="259" r:id="R2c3e810ed3a9477c"/>
    <p:sldId xmlns:r="http://schemas.openxmlformats.org/officeDocument/2006/relationships" id="260" r:id="R79231120c00c46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c0d2af8fb04a3d" /><Relationship Type="http://schemas.openxmlformats.org/officeDocument/2006/relationships/slideMaster" Target="/ppt/slideMasters/slideMaster1.xml" Id="R2834ba09275445ad" /><Relationship Type="http://schemas.openxmlformats.org/officeDocument/2006/relationships/notesMaster" Target="/ppt/notesMasters/notesMaster1.xml" Id="Ra74dc09e84d840b7" /><Relationship Type="http://schemas.openxmlformats.org/officeDocument/2006/relationships/presProps" Target="/ppt/presProps.xml" Id="R2cef94c3fc844e09" /><Relationship Type="http://schemas.openxmlformats.org/officeDocument/2006/relationships/tableStyles" Target="/ppt/tableStyles.xml" Id="R6a00b3113f634530" /><Relationship Type="http://schemas.openxmlformats.org/officeDocument/2006/relationships/slide" Target="/ppt/slides/slide1.xml" Id="R4ae9c848773f4cac" /><Relationship Type="http://schemas.openxmlformats.org/officeDocument/2006/relationships/slide" Target="/ppt/slides/slide2.xml" Id="R209dccddf8f94397" /><Relationship Type="http://schemas.openxmlformats.org/officeDocument/2006/relationships/slide" Target="/ppt/slides/slide3.xml" Id="R594f4b65c51d4968" /><Relationship Type="http://schemas.openxmlformats.org/officeDocument/2006/relationships/slide" Target="/ppt/slides/slide4.xml" Id="R2c3e810ed3a9477c" /><Relationship Type="http://schemas.openxmlformats.org/officeDocument/2006/relationships/slide" Target="/ppt/slides/slide5.xml" Id="R79231120c00c46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8ad2f7914b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42159160c54aeb" /><Relationship Type="http://schemas.openxmlformats.org/officeDocument/2006/relationships/notesMaster" Target="/ppt/notesMasters/notesMaster1.xml" Id="Rd41900c880f54f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69f4a872cb4c11" /><Relationship Type="http://schemas.openxmlformats.org/officeDocument/2006/relationships/notesMaster" Target="/ppt/notesMasters/notesMaster1.xml" Id="Rec0d92cf54b94b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444cdd5ade4d9c" /><Relationship Type="http://schemas.openxmlformats.org/officeDocument/2006/relationships/notesMaster" Target="/ppt/notesMasters/notesMaster1.xml" Id="R49aed52792614e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b347ebaad6454e" /><Relationship Type="http://schemas.openxmlformats.org/officeDocument/2006/relationships/notesMaster" Target="/ppt/notesMasters/notesMaster1.xml" Id="R7c7f488d96b74e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1ca4b395314c0a" /><Relationship Type="http://schemas.openxmlformats.org/officeDocument/2006/relationships/notesMaster" Target="/ppt/notesMasters/notesMaster1.xml" Id="R9189bda22e2540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【0:00–0:25｜25秒】</a:t>
            </a:r>
          </a:p>
          <a:p xmlns:a="http://schemas.openxmlformats.org/drawingml/2006/main">
            <a:r>
              <a:t>大家好，我們第三組的核心問題是：如何依個人背景，將二〇二六年縣市長候選人分成幾種類型？我們希望用年齡、性別、學歷、黨派和參選經驗，整理出背景相近的候選人，再比較各類的競選策略。接下來介紹分類依據，以及目前的資料進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來源：report/DSSI2026-group-3.md；使用者本次確認的研究重點。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【0:25–1:05｜40秒】</a:t>
            </a:r>
          </a:p>
          <a:p xmlns:a="http://schemas.openxmlformats.org/drawingml/2006/main">
            <a:r>
              <a:t>研究分成兩個部分。第一個是候選人背景，包括年齡、性別、學歷、黨派，以及是不是第一次參選。第二個是競選方式，我們想看社群經營、政見關注哪些議題，以及競選的主視覺。以社群為例，我們會比較貼文量；政見則看議題重點。重點是把常聽到的印象，變成可以用資料比較的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來源：report/DSSI2026-group-3.md；PROJECT.md；../election/README.md（保存版本：2026-10-17）。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【1:05–1:40｜35秒】</a:t>
            </a:r>
          </a:p>
          <a:p xmlns:a="http://schemas.openxmlformats.org/drawingml/2006/main">
            <a:r>
              <a:t>目前我們已經整理八十一位登記者，涵蓋二十二個縣市。資料主要來自中選會名冊、官方人物介紹，以及候選人官網，另外保留媒體補充資料的來源。不過，背景欄位還有缺漏，八十一位登記者也還不等於最後研究樣本。完整社群貼文、追蹤數和主視覺仍要蒐集，不能把沒取得的資料當成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來源：report/DSSI2026-group-3.md；PROJECT.md；../election/README.md（保存版本：2026-10-17）。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【1:40–2:25｜45秒】</a:t>
            </a:r>
          </a:p>
          <a:p xmlns:a="http://schemas.openxmlformats.org/drawingml/2006/main">
            <a:r>
              <a:t>分析會先把背景相近的候選人分在一起。你可以把它想成整理出幾種候選人類型，實際分幾組還要看資料。接著比較各組的社群貼文、政見議題和視覺風格。競選策略不會拿來決定分組，避免先用策略分組，再說各組策略不同。如果資料足夠，最後會用簡單分類模型，看看只看競選方式，能不能辨識事先定義的候選人類型。這部分是輔助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來源：report/DSSI2026-group-3.md；PROJECT.md；../election/README.md（保存版本：2026-10-17）。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【2:25–3:00｜35秒】</a:t>
            </a:r>
          </a:p>
          <a:p xmlns:a="http://schemas.openxmlformats.org/drawingml/2006/main">
            <a:r>
              <a:t>我們希望最後能清楚說明：哪些候選人類型，在社群、政見和視覺上有什麼差異。現在完成的是一輪資料蒐集與整理，還沒有策略比較的結果。下一步要補齊資料，並訂出一致的分類標準，讓不同組員用同樣方式判讀。這個研究只描述差異，不會說某個背景造成某種策略，也不會直接推論哪種策略能贏。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來源：report/DSSI2026-group-3.md；PROJECT.md；../election/README.md（保存版本：2026-10-17）。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f45108d6d47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c5a83d3e844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2e426bf8c46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effbfb5a040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62d190e524c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a960afb054b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52FE68-FC19-45EE-BF94-BE85EF0F9E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C80CB2-290A-4EAE-BBD8-B04A193579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6BD7AC-F50F-4577-A1D9-6234BC45C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718635-35F1-4FCB-8CF4-B111DFECB2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38A74C-8BC5-4C9A-99E0-CAE104B603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2E982A-89E1-40FD-BA55-414FAC16E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5CA787-3117-496C-BC78-B2743EE797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F07125-BC82-494B-A7CE-3024379004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323A5F-F56F-4F8F-9954-7A129BCF74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E2A270-8AC4-4EB7-AEFD-3350DF0077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5f402a4a544b4a" /><Relationship Type="http://schemas.openxmlformats.org/officeDocument/2006/relationships/slideLayout" Target="/ppt/slideLayouts/slideLayout1.xml" Id="Ree198ff5065d44ff" /><Relationship Type="http://schemas.openxmlformats.org/officeDocument/2006/relationships/slideLayout" Target="/ppt/slideLayouts/slideLayout2.xml" Id="R553baf7e718b4361" /><Relationship Type="http://schemas.openxmlformats.org/officeDocument/2006/relationships/slideLayout" Target="/ppt/slideLayouts/slideLayout3.xml" Id="R8e2caeef4f7e4c7b" /><Relationship Type="http://schemas.openxmlformats.org/officeDocument/2006/relationships/slideLayout" Target="/ppt/slideLayouts/slideLayout4.xml" Id="Rf071878e8e104a63" /><Relationship Type="http://schemas.openxmlformats.org/officeDocument/2006/relationships/slideLayout" Target="/ppt/slideLayouts/slideLayout5.xml" Id="Re443f4c09f33444e" /><Relationship Type="http://schemas.openxmlformats.org/officeDocument/2006/relationships/slideLayout" Target="/ppt/slideLayouts/slideLayout6.xml" Id="R4ce48c867ff94a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198ff5065d44ff"/>
    <p:sldLayoutId xmlns:r="http://schemas.openxmlformats.org/officeDocument/2006/relationships" id="2147483650" r:id="R553baf7e718b4361"/>
    <p:sldLayoutId xmlns:r="http://schemas.openxmlformats.org/officeDocument/2006/relationships" id="2147483651" r:id="R8e2caeef4f7e4c7b"/>
    <p:sldLayoutId xmlns:r="http://schemas.openxmlformats.org/officeDocument/2006/relationships" id="2147483652" r:id="Rf071878e8e104a63"/>
    <p:sldLayoutId xmlns:r="http://schemas.openxmlformats.org/officeDocument/2006/relationships" id="2147483653" r:id="Re443f4c09f33444e"/>
    <p:sldLayoutId xmlns:r="http://schemas.openxmlformats.org/officeDocument/2006/relationships" id="2147483654" r:id="R4ce48c867ff94a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e2757800a1467f" /><Relationship Type="http://schemas.openxmlformats.org/officeDocument/2006/relationships/notesSlide" Target="/ppt/notesSlides/notesSlide1.xml" Id="Rbaed6228474449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3497765e14f98" /><Relationship Type="http://schemas.openxmlformats.org/officeDocument/2006/relationships/notesSlide" Target="/ppt/notesSlides/notesSlide2.xml" Id="R71069c61935d49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84113e1dd445e" /><Relationship Type="http://schemas.openxmlformats.org/officeDocument/2006/relationships/notesSlide" Target="/ppt/notesSlides/notesSlide3.xml" Id="R13c4826a677b42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c9c5d2eb348f4" /><Relationship Type="http://schemas.openxmlformats.org/officeDocument/2006/relationships/notesSlide" Target="/ppt/notesSlides/notesSlide4.xml" Id="R3d612476466a40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ac830d7294b80" /><Relationship Type="http://schemas.openxmlformats.org/officeDocument/2006/relationships/notesSlide" Target="/ppt/notesSlides/notesSlide5.xml" Id="R636ebfa09a4542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5FE66-B15D-4D65-8876-40FD7059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如何依個人背景，</a:t>
            </a:r>
          </a:p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將候選人分類？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B2B9F-C468-4AD1-A60F-77A9F90F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9D9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A9D9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9D9D0"/>
                </a:solidFill>
                <a:latin typeface="Arial Unicode MS"/>
                <a:ea typeface="Arial Unicode MS"/>
                <a:cs typeface="Arial Unicode MS"/>
              </a:rPr>
              <a:t>先建立候選人類型，再比較各類的競選策略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7B740-F462-43E5-8FDB-C9E18785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第三組｜張睿庠・楊喬茵・許以琳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63849-DFC4-4686-88D0-CB104244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9D9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A9D9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9D9D0"/>
                </a:solidFill>
                <a:latin typeface="Arial Unicode MS"/>
                <a:ea typeface="Arial Unicode MS"/>
                <a:cs typeface="Arial Unicode MS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1347866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21970-4542-4A0F-B2FB-9A511371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我們要比較什麼？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6BBEC-1CC3-46EE-A2F7-E060B85B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rPr>
              <a:t>把「候選人背景」和「競選策略」放在一起看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E2203-7BAB-489C-A729-FC9E3161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候選人背景：年齡、性別、學歷、黨派、參選經驗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783BE-4F9F-4FC7-B026-86FD79F8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競選策略：社群經營、政見焦點、主視覺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7E918-D8AE-4EA3-9490-258D2075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例子：不同年齡的候選人，貼文量是否不同？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3C8D2-ABDC-49EB-86BC-BD1BD490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rPr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1403662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D8B57-AB9D-4173-8FB3-8A8DAAC6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目前已整理候選人背景資料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D2AB2-9042-42E3-9E5D-6A5A17BA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rPr>
              <a:t>資料盤點截至 2026 年 10 月 17 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2030D-CB66-459F-823B-9BCD5E27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81 位登記者，涵蓋 22 縣市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1D908-CAD9-4A12-A93E-3138149D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主要來源：中選會名冊、官方人物頁與候選人官網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1D085-FD20-44CC-8593-5549D18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尚缺：完整社群貼文、追蹤數與主視覺資料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B3DB6-E7E7-4597-9B88-3C0DB3B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2037528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86C5D-383B-41AB-A77A-32F35969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接下來怎麼分析？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4431B-780E-4631-9E3C-6A2D7A87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rPr>
              <a:t>先分組，再比較競選方式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F7D17-DD81-47FE-B577-7CA5B1E6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① 依背景相似程度，把候選人分組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FAE7D-0EE6-4D7D-AE7C-D24CDC25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② 比較各組的貼文量、政見議題與視覺風格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150FF-43AF-489B-AFD2-1E606027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③ 資料足夠時，再試著用策略辨識候選人類型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6AEFD-CCD5-4335-B097-D90B82E1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59695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FC2CF-F260-4149-87B3-C51B493F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我們希望看見哪些差異？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C136A-ADC5-4F6B-B040-E406FAE8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47736C"/>
                </a:solidFill>
                <a:latin typeface="Arial Unicode MS"/>
                <a:ea typeface="Arial Unicode MS"/>
                <a:cs typeface="Arial Unicode MS"/>
              </a:rPr>
              <a:t>用資料整理競選方式，檢查原本的印象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7DC26-12F2-43F8-BC75-E2091C64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目前：完成一輪資料蒐集與整理，還沒有策略比較結果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6BDE0-CC4A-42A3-8FC0-3D26F52D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下一步：補齊策略資料，訂出一致的分類標準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2BDBE-178A-4359-9EE4-D19A76DC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82D39"/>
                </a:solidFill>
                <a:latin typeface="Arial Unicode MS"/>
                <a:ea typeface="Arial Unicode MS"/>
                <a:cs typeface="Arial Unicode MS"/>
              </a:rPr>
              <a:t>研究界線：描述差異，不推論因果或選舉勝負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6833C-DD4E-4110-ABDC-91B7B38E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C80"/>
                </a:solidFill>
                <a:latin typeface="Arial Unicode MS"/>
                <a:ea typeface="Arial Unicode MS"/>
                <a:cs typeface="Arial Unicode MS"/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1506626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2026-10-18T07:28:11.3260000Z</dcterms:created>
  <dcterms:modified xsi:type="dcterms:W3CDTF">2026-10-18T07:28:11.3260000Z</dcterms:modified>
</coreProperties>
</file>